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Infinity Nakshatra Society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Resident &amp; Maintenance Portal</a:t>
            </a:r>
          </a:p>
          <a:p/>
          <a:p>
            <a:r>
              <a:t>Purpose-built web application for housing-society operations: maintenance collection, owner self-service, and administration—aligned with your master plot register.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platform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Single sign-in for administrators and plot owners</a:t>
            </a:r>
          </a:p>
          <a:p>
            <a:pPr>
              <a:defRPr sz="2000"/>
            </a:pPr>
            <a:r>
              <a:t>Live operational picture of plots, contacts, maintenance receipts, and dues</a:t>
            </a:r>
          </a:p>
          <a:p>
            <a:pPr>
              <a:defRPr sz="2000"/>
            </a:pPr>
            <a:r>
              <a:t>Controlled workflows: owners propose payments; admins confirm and post</a:t>
            </a:r>
          </a:p>
          <a:p>
            <a:pPr>
              <a:defRPr sz="2000"/>
            </a:pPr>
            <a:r>
              <a:t>Optional cloud sync so data and settings are shared across devices</a:t>
            </a:r>
          </a:p>
          <a:p>
            <a:pPr>
              <a:defRPr sz="2000"/>
            </a:pPr>
            <a:r>
              <a:t>Mobile-friendly layout for day-to-day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&amp; commercial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Hosting: included at no charge on standard static hosting suitable for this portal</a:t>
            </a:r>
          </a:p>
          <a:p>
            <a:pPr>
              <a:defRPr sz="2000"/>
            </a:pPr>
            <a:r>
              <a:t>Licence use: lifetime use of the delivered application for the scope in this deck</a:t>
            </a:r>
          </a:p>
          <a:p>
            <a:pPr>
              <a:defRPr sz="2000"/>
            </a:pPr>
            <a:r>
              <a:t>Premium tiers: none — no paid modules or feature paywalls in this programme</a:t>
            </a:r>
          </a:p>
          <a:p>
            <a:pPr>
              <a:defRPr sz="2000"/>
            </a:pPr>
            <a:r>
              <a:t>First-year enhancement service included: refinements and process alignment (agreed scope)</a:t>
            </a:r>
          </a:p>
          <a:p>
            <a:pPr>
              <a:defRPr sz="2000"/>
            </a:pPr>
            <a:r>
              <a:t>Legal terms: defined in your project agreement; this deck is a functional summary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foundation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Master data in a spreadsheet-backed register; portal reads on load and periodic refresh</a:t>
            </a:r>
          </a:p>
          <a:p>
            <a:pPr>
              <a:defRPr sz="2000"/>
            </a:pPr>
            <a:r>
              <a:t>Optional backend (Apps Script) writes collection logs, shared state, and selected field updates</a:t>
            </a:r>
          </a:p>
          <a:p>
            <a:pPr>
              <a:defRPr sz="2000"/>
            </a:pPr>
            <a:r>
              <a:t>Onboarding uses your workbook and deployment configuration — no sample personal data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map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Admin: dashboard metrics, maintenance analytics, directory, payments, approvals, communications, documents, banking, reporting</a:t>
            </a:r>
          </a:p>
          <a:p>
            <a:pPr>
              <a:defRPr sz="2000"/>
            </a:pPr>
            <a:r>
              <a:t>Owner: secure login, payment summary and requests, notices, documents, contacts, banking, optional inbox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Role-based login: Administrator vs Owner</a:t>
            </a:r>
          </a:p>
          <a:p>
            <a:pPr>
              <a:defRPr sz="2000"/>
            </a:pPr>
            <a:r>
              <a:t>Password management and admin-assisted owner reset</a:t>
            </a:r>
          </a:p>
          <a:p>
            <a:pPr>
              <a:defRPr sz="2000"/>
            </a:pPr>
            <a:r>
              <a:t>Session handling and secure logout; optional per-owner access restrictions</a:t>
            </a:r>
          </a:p>
          <a:p>
            <a:pPr>
              <a:defRPr sz="2000"/>
            </a:pPr>
            <a:r>
              <a:t>Optional portal access rules tied to maintenance payment status, with explicit overrides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top bar &amp; quick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 the linked master workbook</a:t>
            </a:r>
          </a:p>
          <a:p>
            <a:pPr>
              <a:defRPr sz="2000"/>
            </a:pPr>
            <a:r>
              <a:t>Add payment (single) and add multiple payments (batch by month)</a:t>
            </a:r>
          </a:p>
          <a:p>
            <a:pPr>
              <a:defRPr sz="2000"/>
            </a:pPr>
            <a:r>
              <a:t>Download report (maintenance received — structured export)</a:t>
            </a:r>
          </a:p>
          <a:p>
            <a:pPr>
              <a:defRPr sz="2000"/>
            </a:pPr>
            <a:r>
              <a:t>Profile: admin notes, reset owner password, change password, logout</a:t>
            </a:r>
          </a:p>
          <a:p>
            <a:pPr>
              <a:defRPr sz="2000"/>
            </a:pPr>
            <a:r>
              <a:t>Optional community link when configured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dashboard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Total plots; sold vs unsold</a:t>
            </a:r>
          </a:p>
          <a:p>
            <a:pPr>
              <a:defRPr sz="2000"/>
            </a:pPr>
            <a:r>
              <a:t>Missing primary contact</a:t>
            </a:r>
          </a:p>
          <a:p>
            <a:pPr>
              <a:defRPr sz="2000"/>
            </a:pPr>
            <a:r>
              <a:t>Registered owners using the portal</a:t>
            </a:r>
          </a:p>
          <a:p>
            <a:pPr>
              <a:defRPr sz="2000"/>
            </a:pPr>
            <a:r>
              <a:t>Figures derive from the loaded register and portal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owner payment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Owners cannot post directly to the official ledger from their login</a:t>
            </a:r>
          </a:p>
          <a:p>
            <a:pPr>
              <a:defRPr sz="2000"/>
            </a:pPr>
            <a:r>
              <a:t>They submit a maintenance request with month and amounts</a:t>
            </a:r>
          </a:p>
          <a:p>
            <a:pPr>
              <a:defRPr sz="2000"/>
            </a:pPr>
            <a:r>
              <a:t>Admins review, approve, or reject in a dedicated queue</a:t>
            </a:r>
          </a:p>
          <a:p>
            <a:pPr>
              <a:defRPr sz="2000"/>
            </a:pPr>
            <a:r>
              <a:t>Months already recorded by admin are locked for duplicate owner submissions</a:t>
            </a:r>
          </a:p>
          <a:p>
            <a:pPr>
              <a:defRPr sz="2000"/>
            </a:pPr>
            <a:r>
              <a:t>Outcome: audit-friendly flow and fewer data conflicts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maintenance collection &amp;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Filters: financial year scope (multi-select), owner portal FY, month-in-scope (defaults to all months)</a:t>
            </a:r>
          </a:p>
          <a:p>
            <a:pPr>
              <a:defRPr sz="2000"/>
            </a:pPr>
            <a:r>
              <a:t>KPIs for selection: received, expected, pending/due, late fee</a:t>
            </a:r>
          </a:p>
          <a:p>
            <a:pPr>
              <a:defRPr sz="2000"/>
            </a:pPr>
            <a:r>
              <a:t>Shortcuts: payment-completed and payment-pending owner lists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payments &amp; ledger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See payment per plot: month-wise status; total received, late fee, counts</a:t>
            </a:r>
          </a:p>
          <a:p>
            <a:pPr>
              <a:defRPr sz="2000"/>
            </a:pPr>
            <a:r>
              <a:t>Add payment and bulk payment flows; backup to sheet when backend is configured</a:t>
            </a:r>
          </a:p>
          <a:p>
            <a:pPr>
              <a:defRPr sz="2000"/>
            </a:pPr>
            <a:r>
              <a:t>Plot directory: total amount paid aligned with See payment (admin FY scope)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plot directory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Search and filters: sold/unsold, contact present/absent, single- vs multi-plot owners</a:t>
            </a:r>
          </a:p>
          <a:p>
            <a:pPr>
              <a:defRPr sz="2000"/>
            </a:pPr>
            <a:r>
              <a:t>Access column: allow/deny owner login with defaults and overrides</a:t>
            </a:r>
          </a:p>
          <a:p>
            <a:pPr>
              <a:defRPr sz="2000"/>
            </a:pPr>
            <a:r>
              <a:t>Per-row add payment and see payment; multi-plot condensed view</a:t>
            </a:r>
          </a:p>
          <a:p>
            <a:pPr>
              <a:defRPr sz="2000"/>
            </a:pPr>
            <a:r>
              <a:t>Unsold plots: add/update rows and sync to workbook when API enabled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banking &amp; UPI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Society banking / UPI details maintained centrally</a:t>
            </a:r>
          </a:p>
          <a:p>
            <a:pPr>
              <a:defRPr sz="2000"/>
            </a:pPr>
            <a:r>
              <a:t>View and edit (admin); owners see Account &amp; UPI with clarity-focused layout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notices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 and publish notices (title, body, audience, optional attachment)</a:t>
            </a:r>
          </a:p>
          <a:p>
            <a:pPr>
              <a:defRPr sz="2000"/>
            </a:pPr>
            <a:r>
              <a:t>Owners see an up-to-date notices 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project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Curate project or society documents (name, details, link)</a:t>
            </a:r>
          </a:p>
          <a:p>
            <a:pPr>
              <a:defRPr sz="2000"/>
            </a:pPr>
            <a:r>
              <a:t>Owner read-only list; optional engagement where enabled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— service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Maintain vendors and service numbers</a:t>
            </a:r>
          </a:p>
          <a:p>
            <a:pPr>
              <a:defRPr sz="2000"/>
            </a:pPr>
            <a:r>
              <a:t>Same contacts visible to owners for self-service coordination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 portal — home &amp;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Welcome context and optional guided tips</a:t>
            </a:r>
          </a:p>
          <a:p>
            <a:pPr>
              <a:defRPr sz="2000"/>
            </a:pPr>
            <a:r>
              <a:t>Account &amp; UPI; add payment (request / approval flow)</a:t>
            </a:r>
          </a:p>
          <a:p>
            <a:pPr>
              <a:defRPr sz="2000"/>
            </a:pPr>
            <a:r>
              <a:t>Profile: change password, logout</a:t>
            </a:r>
          </a:p>
          <a:p>
            <a:pPr>
              <a:defRPr sz="2000"/>
            </a:pPr>
            <a:r>
              <a:t>Messages inbox when the office posts items: read state, mark read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 portal — notices &amp;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Notices: date, title, details, attachment</a:t>
            </a:r>
          </a:p>
          <a:p>
            <a:pPr>
              <a:defRPr sz="2000"/>
            </a:pPr>
            <a:r>
              <a:t>Project documents and service contacts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 portal — payments summary &amp;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Summary KPIs for active owner financial year: plots, paid, expected, pending, late fee</a:t>
            </a:r>
          </a:p>
          <a:p>
            <a:pPr>
              <a:defRPr sz="2000"/>
            </a:pPr>
            <a:r>
              <a:t>Footnotes for due dates and multi-plot totals</a:t>
            </a:r>
          </a:p>
          <a:p>
            <a:pPr>
              <a:defRPr sz="2000"/>
            </a:pPr>
            <a:r>
              <a:t>Interactive payment history chart; plot picker when one login maps to multiple plots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 portal — plot detail &amp;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Read-only plot and owner fields from the register</a:t>
            </a:r>
          </a:p>
          <a:p>
            <a:pPr>
              <a:defRPr sz="2000"/>
            </a:pPr>
            <a:r>
              <a:t>Update primary/alternate contact where allowed; optional sync to workbook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Cross-cutting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Automatic refresh of register data (configurable)</a:t>
            </a:r>
          </a:p>
          <a:p>
            <a:pPr>
              <a:defRPr sz="2000"/>
            </a:pPr>
            <a:r>
              <a:t>Global loading indicator; responsive layout; accessibility-minded control labels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First-year enhancement programme (included)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Labels, defaults, and filter behaviour</a:t>
            </a:r>
          </a:p>
          <a:p>
            <a:pPr>
              <a:defRPr sz="2000"/>
            </a:pPr>
            <a:r>
              <a:t>Minor workflow and copy tweaks</a:t>
            </a:r>
          </a:p>
          <a:p>
            <a:pPr>
              <a:defRPr sz="2000"/>
            </a:pPr>
            <a:r>
              <a:t>FY/month alignment with society resolutions</a:t>
            </a:r>
          </a:p>
          <a:p>
            <a:pPr>
              <a:defRPr sz="2000"/>
            </a:pPr>
            <a:r>
              <a:t>Light UX polish after committee feedback</a:t>
            </a:r>
          </a:p>
          <a:p>
            <a:pPr>
              <a:defRPr sz="2000"/>
            </a:pPr>
            <a:r>
              <a:t>Major new modules or integrations: usually scoped separately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Lifetime use — what “no premium”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Core features in this deck: no subscription paywall for this deployment</a:t>
            </a:r>
          </a:p>
          <a:p>
            <a:pPr>
              <a:defRPr sz="2000"/>
            </a:pPr>
            <a:r>
              <a:t>Hosting on a suitable static tier: no additional hosting fee from this programme</a:t>
            </a:r>
          </a:p>
          <a:p>
            <a:pPr>
              <a:defRPr sz="2000"/>
            </a:pPr>
            <a:r>
              <a:t>Domain, spreadsheet quotas, and future capacity: society/host responsibility per your setup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Committee / admin: faster collections visibility, approvals, notices, documents, contacts</a:t>
            </a:r>
          </a:p>
          <a:p>
            <a:pPr>
              <a:defRPr sz="2000"/>
            </a:pPr>
            <a:r>
              <a:t>Owners: clarity on dues, self-service requests, society information in one place</a:t>
            </a:r>
          </a:p>
          <a:p>
            <a:pPr>
              <a:defRPr sz="2000"/>
            </a:pPr>
            <a:r>
              <a:t>Society: no premium tier for core features; first-year enhancement; lifetime use of delivered scope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Infinity Nakshatra Society — Resident &amp; Maintenance Portal</a:t>
            </a:r>
          </a:p>
          <a:p/>
          <a:p>
            <a:r>
              <a:t>Operational clarity • Owner convenience • Sustainable, transparent maintenance management</a:t>
            </a:r>
          </a:p>
          <a:p/>
          <a:p>
            <a:r>
              <a:t>This deck describes product capabilities only. No personal data, plot identifiers, screenshots, or source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